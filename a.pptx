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C4C8-4EBD-4D44-9DCD-3751AEA6D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91C57-2C88-4A3C-A63F-0C5728F16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26B9C-A219-4B68-84F2-8EF5281FB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D0FC-8A94-4327-9456-27B73A0F428B}" type="datetimeFigureOut">
              <a:rPr lang="en-IN" smtClean="0"/>
              <a:t>22-07-2021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40D82-C851-4BDD-B76B-C29BBB2A8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434D9-4CED-4E29-8995-7B816C4D1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A75D-0D04-4DDA-A267-959370F3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216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42BF-509D-413C-8AE6-AD17C85D3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41AB4-1A52-4A70-8536-E7FFDB0B5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683D6-B5A5-4C6E-991D-7A24683EB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D0FC-8A94-4327-9456-27B73A0F428B}" type="datetimeFigureOut">
              <a:rPr lang="en-IN" smtClean="0"/>
              <a:t>22-07-2021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4B60D-6C2B-46FC-B17C-37E27DAA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B7C5E-E8F9-4607-A65C-AB7735103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A75D-0D04-4DDA-A267-959370F3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3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256F6-6D41-405A-8F6A-878031AA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162C1-0E24-46BE-98E9-98E86129F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1B1A5-1C21-4DB6-A14F-A6862C305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D0FC-8A94-4327-9456-27B73A0F428B}" type="datetimeFigureOut">
              <a:rPr lang="en-IN" smtClean="0"/>
              <a:t>22-07-2021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C6954-FC6A-4F9F-900B-C6E7FEEA2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3893F-4AF2-4359-9D5B-C261BB451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A75D-0D04-4DDA-A267-959370F3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514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F07B6-EDAF-467D-8A3B-EC880C03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3C6A0-FEB1-461C-BABE-04CEA35B5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E2BC5-9B53-4428-A511-EB509890E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2E800-5F75-4BBD-9190-B40D667B6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D0FC-8A94-4327-9456-27B73A0F428B}" type="datetimeFigureOut">
              <a:rPr lang="en-IN" smtClean="0"/>
              <a:t>22-07-2021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76176-BE76-4510-A023-71FF3B657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BA0C6-04A0-4C67-803D-8C71553D9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A75D-0D04-4DDA-A267-959370F3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379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7017B-C3D0-474D-8B24-DD933F198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B2FC2-BCDD-44DF-9A96-FC66C873D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65D4A-A40A-4DBD-A182-5A0238760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47832A-C2DF-4F03-92C3-4137D8D3F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0B48E4-3852-438C-A066-290034E720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4623EE-60F0-43F8-8234-6BD1278B1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D0FC-8A94-4327-9456-27B73A0F428B}" type="datetimeFigureOut">
              <a:rPr lang="en-IN" smtClean="0"/>
              <a:t>22-07-2021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FA3FCF-B219-4CBA-BF25-2EC0D7B04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7B68F-264E-426F-B9DD-03FC6717A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A75D-0D04-4DDA-A267-959370F3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370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4D4BC-4808-4C15-A83F-200290114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F50436-3E8B-4588-A73D-D48E485AC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D0FC-8A94-4327-9456-27B73A0F428B}" type="datetimeFigureOut">
              <a:rPr lang="en-IN" smtClean="0"/>
              <a:t>22-07-2021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A11C0-52A1-4FA1-8B64-3C943141B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DDFA3-1F06-41A6-9AEB-7C20F3973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A75D-0D04-4DDA-A267-959370F3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123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B152F7-A77E-47EE-BCBE-1331F8EA2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D0FC-8A94-4327-9456-27B73A0F428B}" type="datetimeFigureOut">
              <a:rPr lang="en-IN" smtClean="0"/>
              <a:t>22-07-2021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3DA1D8-F63C-46D6-B834-158A055BC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71E48-091E-408F-A033-409E83EE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A75D-0D04-4DDA-A267-959370F3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871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EEC0-52F8-473C-9CD9-8FEBFFAB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11CEF-BCDE-42E7-A521-4EF94C6A6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7524B-3EA7-49DC-916B-3F7A0DF0D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4991A-CAF8-4B76-9D57-F7EF76961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D0FC-8A94-4327-9456-27B73A0F428B}" type="datetimeFigureOut">
              <a:rPr lang="en-IN" smtClean="0"/>
              <a:t>22-07-2021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98231-BF80-41E4-A301-EC49325A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A4283-755D-4561-9141-E6BE041E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A75D-0D04-4DDA-A267-959370F3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701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412D-DCF4-4C01-8DF0-6CC4417DC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1B7D7-0191-4876-9D80-E14D3334C1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FA86E-F9D4-4458-9291-14F1D4D82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28A80-00D5-40BC-970B-C1B243942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D0FC-8A94-4327-9456-27B73A0F428B}" type="datetimeFigureOut">
              <a:rPr lang="en-IN" smtClean="0"/>
              <a:t>22-07-2021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FD88A-A18A-4AA9-896F-49CACE35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ED4A9-185D-4481-BB97-42FC07A44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A75D-0D04-4DDA-A267-959370F3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384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26B4-F46A-4ACB-A62A-D72873D66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C90CA-84F2-4C79-B867-99554139E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AA59B-20AF-461C-8987-1F80C8AE4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D0FC-8A94-4327-9456-27B73A0F428B}" type="datetimeFigureOut">
              <a:rPr lang="en-IN" smtClean="0"/>
              <a:t>22-07-2021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480CA-C1EC-4A4A-97D2-23D776DD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CFAFE-99DC-45AE-BFE0-F29C8169D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A75D-0D04-4DDA-A267-959370F3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795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BA689D-0A5A-4353-871D-4CC5C6A01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70399-E7AF-4081-BBC6-A42802F1F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2569A-02BD-46F2-B8E1-BDC4C948D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D0FC-8A94-4327-9456-27B73A0F428B}" type="datetimeFigureOut">
              <a:rPr lang="en-IN" smtClean="0"/>
              <a:t>22-07-2021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7E2A4-0E0F-4666-9805-3ED8F1087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9F00F-C3B7-46A9-AAFD-08BEA1639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BA75D-0D04-4DDA-A267-959370F3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97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A55F49-E1AF-4DF3-B6CD-EEA494489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D4628-4287-4005-A73E-F39A8202C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6A521-07B3-4BBC-B6B0-3C655403A5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BD0FC-8A94-4327-9456-27B73A0F428B}" type="datetimeFigureOut">
              <a:rPr lang="en-IN" smtClean="0"/>
              <a:t>22-07-2021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5FE4F-E2CF-4058-A6D8-0A936C3D77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6786B-BBFB-4F4E-A769-956E4EDEC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BA75D-0D04-4DDA-A267-959370F3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548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16EE2-6CB1-45D2-A182-4F3C03C065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FIRST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376C49-C882-430E-9732-35FBB4BE41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76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FIRST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</dc:title>
  <dc:creator>Pratik Patel</dc:creator>
  <cp:lastModifiedBy>Pratik Patel</cp:lastModifiedBy>
  <cp:revision>1</cp:revision>
  <dcterms:created xsi:type="dcterms:W3CDTF">2021-07-22T11:52:28Z</dcterms:created>
  <dcterms:modified xsi:type="dcterms:W3CDTF">2021-07-22T11:52:46Z</dcterms:modified>
</cp:coreProperties>
</file>